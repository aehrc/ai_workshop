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52EAA3-CCDB-694E-99BA-B6390D624588}" v="1" dt="2026-07-15T00:02:20.8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658"/>
  </p:normalViewPr>
  <p:slideViewPr>
    <p:cSldViewPr snapToGrid="0">
      <p:cViewPr varScale="1">
        <p:scale>
          <a:sx n="120" d="100"/>
          <a:sy n="120" d="100"/>
        </p:scale>
        <p:origin x="11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son, Aaron (H&amp;B, Parkville)" userId="d9a4c138-6a20-4937-8aa8-98f515d0a475" providerId="ADAL" clId="{6EEE4116-4B54-5F0A-990F-65B5BD6BD890}"/>
    <pc:docChg chg="custSel mod modSld modMainMaster">
      <pc:chgData name="Nicolson, Aaron (H&amp;B, Parkville)" userId="d9a4c138-6a20-4937-8aa8-98f515d0a475" providerId="ADAL" clId="{6EEE4116-4B54-5F0A-990F-65B5BD6BD890}" dt="2026-07-15T00:02:58.701" v="178" actId="20577"/>
      <pc:docMkLst>
        <pc:docMk/>
      </pc:docMkLst>
      <pc:sldChg chg="addSp modSp mod">
        <pc:chgData name="Nicolson, Aaron (H&amp;B, Parkville)" userId="d9a4c138-6a20-4937-8aa8-98f515d0a475" providerId="ADAL" clId="{6EEE4116-4B54-5F0A-990F-65B5BD6BD890}" dt="2026-07-15T00:02:58.701" v="178" actId="20577"/>
        <pc:sldMkLst>
          <pc:docMk/>
          <pc:sldMk cId="4147016592" sldId="256"/>
        </pc:sldMkLst>
        <pc:spChg chg="add mod">
          <ac:chgData name="Nicolson, Aaron (H&amp;B, Parkville)" userId="d9a4c138-6a20-4937-8aa8-98f515d0a475" providerId="ADAL" clId="{6EEE4116-4B54-5F0A-990F-65B5BD6BD890}" dt="2026-07-15T00:02:19.419" v="81" actId="1076"/>
          <ac:spMkLst>
            <pc:docMk/>
            <pc:sldMk cId="4147016592" sldId="256"/>
            <ac:spMk id="3" creationId="{2CEBED16-3A6F-82D2-7913-5E51A7587BEB}"/>
          </ac:spMkLst>
        </pc:spChg>
        <pc:spChg chg="mod">
          <ac:chgData name="Nicolson, Aaron (H&amp;B, Parkville)" userId="d9a4c138-6a20-4937-8aa8-98f515d0a475" providerId="ADAL" clId="{6EEE4116-4B54-5F0A-990F-65B5BD6BD890}" dt="2026-07-15T00:02:13.114" v="78" actId="1076"/>
          <ac:spMkLst>
            <pc:docMk/>
            <pc:sldMk cId="4147016592" sldId="256"/>
            <ac:spMk id="4" creationId="{1AEA91B0-9BDC-534A-17F4-AF0A36CC766F}"/>
          </ac:spMkLst>
        </pc:spChg>
        <pc:spChg chg="add mod">
          <ac:chgData name="Nicolson, Aaron (H&amp;B, Parkville)" userId="d9a4c138-6a20-4937-8aa8-98f515d0a475" providerId="ADAL" clId="{6EEE4116-4B54-5F0A-990F-65B5BD6BD890}" dt="2026-07-15T00:02:58.701" v="178" actId="20577"/>
          <ac:spMkLst>
            <pc:docMk/>
            <pc:sldMk cId="4147016592" sldId="256"/>
            <ac:spMk id="6" creationId="{059EA72F-BD1C-163B-B5BA-6DFB0CAD3EAF}"/>
          </ac:spMkLst>
        </pc:spChg>
        <pc:picChg chg="mod">
          <ac:chgData name="Nicolson, Aaron (H&amp;B, Parkville)" userId="d9a4c138-6a20-4937-8aa8-98f515d0a475" providerId="ADAL" clId="{6EEE4116-4B54-5F0A-990F-65B5BD6BD890}" dt="2026-07-15T00:02:17.417" v="80" actId="1076"/>
          <ac:picMkLst>
            <pc:docMk/>
            <pc:sldMk cId="4147016592" sldId="256"/>
            <ac:picMk id="5" creationId="{FB6A6084-35F1-F220-F1A7-9F21021579B6}"/>
          </ac:picMkLst>
        </pc:picChg>
      </pc:sldChg>
      <pc:sldMasterChg chg="addSp mod">
        <pc:chgData name="Nicolson, Aaron (H&amp;B, Parkville)" userId="d9a4c138-6a20-4937-8aa8-98f515d0a475" providerId="ADAL" clId="{6EEE4116-4B54-5F0A-990F-65B5BD6BD890}" dt="2026-07-15T00:00:33.910" v="0" actId="33475"/>
        <pc:sldMasterMkLst>
          <pc:docMk/>
          <pc:sldMasterMk cId="3545471425" sldId="2147483648"/>
        </pc:sldMasterMkLst>
        <pc:spChg chg="add">
          <ac:chgData name="Nicolson, Aaron (H&amp;B, Parkville)" userId="d9a4c138-6a20-4937-8aa8-98f515d0a475" providerId="ADAL" clId="{6EEE4116-4B54-5F0A-990F-65B5BD6BD890}" dt="2026-07-15T00:00:33.910" v="0" actId="33475"/>
          <ac:spMkLst>
            <pc:docMk/>
            <pc:sldMasterMk cId="3545471425" sldId="2147483648"/>
            <ac:spMk id="9" creationId="{E6CB8D17-7202-6142-7E71-330C35C99885}"/>
          </ac:spMkLst>
        </pc:spChg>
        <pc:spChg chg="add">
          <ac:chgData name="Nicolson, Aaron (H&amp;B, Parkville)" userId="d9a4c138-6a20-4937-8aa8-98f515d0a475" providerId="ADAL" clId="{6EEE4116-4B54-5F0A-990F-65B5BD6BD890}" dt="2026-07-15T00:00:33.910" v="0" actId="33475"/>
          <ac:spMkLst>
            <pc:docMk/>
            <pc:sldMasterMk cId="3545471425" sldId="2147483648"/>
            <ac:spMk id="10" creationId="{191E816E-561D-AE76-170E-CF8D5924D7E3}"/>
          </ac:spMkLst>
        </pc:sp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7A6CE-D37B-4162-5B33-5A1A847A63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B3BD40-C98C-CDDE-A033-B667A53DF3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ABFB8-D2A1-DAB9-3E7B-28EDB76B1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9F60-44D4-4E46-BA98-EBCE1D05433E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4806F-C758-A06E-1D05-A2607280E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92A856-E6D3-AB69-C364-1289487AD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3B4A-8CBA-1741-92D5-729E2B781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494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10FC2-E6C1-AA7B-4E68-C7A7A5A08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9CA18-B0E8-8F29-BFF4-A7B87CE10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F0407-0019-D283-9092-8453A7143D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9F60-44D4-4E46-BA98-EBCE1D05433E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7C6D-14C0-55B4-4166-C74F06438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D90762-BEBA-FF08-F880-25A9E30EC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3B4A-8CBA-1741-92D5-729E2B781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680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E134-305B-F47C-CD30-5D00EAB3B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068503-AE08-DB16-FB68-A44363D21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AB115-F482-FC91-31AF-6370828AF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9F60-44D4-4E46-BA98-EBCE1D05433E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3DA70-529E-F5DB-463F-E66CF073A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335D9-65D8-F9B3-7E57-EB5FE8C32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3B4A-8CBA-1741-92D5-729E2B781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175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627CD-0060-9F23-1368-5A7EF00C4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733F2C-E306-E4B9-47F9-0C9D4AFDFF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FE6FEC-CFAF-3DCA-C206-36093FB8D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168C17-48F9-DDD1-9301-BF3E4BF4C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9F60-44D4-4E46-BA98-EBCE1D05433E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6D338-8F32-48A6-6BBB-4C45D96FA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B5EB8-5EFD-9EFA-9755-6502A6939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3B4A-8CBA-1741-92D5-729E2B781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958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5772C-ED32-2BB9-C900-A34BDE474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FEAD30-2171-DE87-7F46-E7C930A70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C16AC3-4206-D665-4FA6-5763574E1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20420C-61E4-E52B-5E2E-428150A913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11D1AC-2D48-7B46-B98E-CBA68FCB8C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7F22F3-F02C-C2AF-9C92-CBE29E42B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9F60-44D4-4E46-BA98-EBCE1D05433E}" type="datetimeFigureOut">
              <a:rPr lang="en-US" smtClean="0"/>
              <a:t>7/15/26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749880-2493-BC87-B6C7-1F3F3302E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35426D-9D2E-0918-632F-7581AA9BC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3B4A-8CBA-1741-92D5-729E2B781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05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7D745-23F6-A4D8-8286-5915BDDF7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D40B4C-DC36-0941-9D97-96BB06412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9F60-44D4-4E46-BA98-EBCE1D05433E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58F885-2B66-4155-399D-BC5C48E95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5804B3-C7CC-7F60-AEC4-F59AE909F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3B4A-8CBA-1741-92D5-729E2B781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295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9B3A9E-E23B-51AC-B182-F749DA96E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9F60-44D4-4E46-BA98-EBCE1D05433E}" type="datetimeFigureOut">
              <a:rPr lang="en-US" smtClean="0"/>
              <a:t>7/15/26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6D7A92-23C6-6694-D785-9414B5CBF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402FD-EBD1-1F55-E9E5-AB70967B9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3B4A-8CBA-1741-92D5-729E2B781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317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2D302-292C-2D0F-1401-3351AE2DD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4F42E7-4B28-3648-F434-461003AEA6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F63085-F68E-5E6D-2B81-7D06F62A82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9BDA2D-BCCB-A890-CDC1-F4B2DD9BF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9F60-44D4-4E46-BA98-EBCE1D05433E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639027-13CB-87A7-A481-A0EA90BD6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121AA-281B-400C-9304-2926623D0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3B4A-8CBA-1741-92D5-729E2B781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877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B3062-90F4-F526-89EF-3F0F5A25D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5A5247-12AF-2E03-DADA-F9CDC07C76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C39D0-97F6-667E-C7DC-0E3224C1EA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C2D3A8-A088-550E-D3A6-D240F06CB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9F60-44D4-4E46-BA98-EBCE1D05433E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F7C36-547D-4925-6806-34079ABDC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75631-C0D5-CD90-3BCA-2BD28E0F3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3B4A-8CBA-1741-92D5-729E2B781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91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CE2A5-4C20-9658-E1F2-2453EA4F6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5AC883-AD2C-07D6-725A-EAA5EA9FCB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42E519-6E05-2718-7B13-16BB33FF6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9F60-44D4-4E46-BA98-EBCE1D05433E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610ED-F0ED-2B26-BFCD-6DF6A9748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D1F23-8446-0250-4098-66B84CE2A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3B4A-8CBA-1741-92D5-729E2B781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174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ED0A49-4ADF-3A26-2B7B-80AB2536F8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E610F9-BB7B-BA04-D65B-EB2EEAB85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43B0F-D4C7-9691-F2AC-D7FE86BCD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79F60-44D4-4E46-BA98-EBCE1D05433E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0A15E8-2276-0626-E910-CB0AF5C19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4AD37-A13E-E83F-09A7-1E19A401B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0D3B4A-8CBA-1741-92D5-729E2B7811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357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6307D4-AB79-6E81-CEE8-1812DFDE2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D39A0-1BE5-EDC6-21C4-77906A55A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A5A2F-E31A-28AC-0CB6-396F81E117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579F60-44D4-4E46-BA98-EBCE1D05433E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77840-6EAC-5D1D-02D4-382FE1AD0F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36B52-D44B-4C6A-B48B-539AC76F3F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0D3B4A-8CBA-1741-92D5-729E2B7811D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CB8D17-7202-6142-7E71-330C35C9988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680075" y="63500"/>
            <a:ext cx="8636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UNOFFICIAL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1E816E-561D-AE76-170E-CF8D5924D7E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80075" y="6611620"/>
            <a:ext cx="86360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2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UNOFFICIAL</a:t>
            </a:r>
          </a:p>
        </p:txBody>
      </p:sp>
    </p:spTree>
    <p:extLst>
      <p:ext uri="{BB962C8B-B14F-4D97-AF65-F5344CB8AC3E}">
        <p14:creationId xmlns:p14="http://schemas.microsoft.com/office/powerpoint/2010/main" val="3545471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ehrc/ai_workshop" TargetMode="External"/><Relationship Id="rId2" Type="http://schemas.openxmlformats.org/officeDocument/2006/relationships/hyperlink" Target="https://github.com/login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AEA91B0-9BDC-534A-17F4-AF0A36CC766F}"/>
              </a:ext>
            </a:extLst>
          </p:cNvPr>
          <p:cNvSpPr txBox="1"/>
          <p:nvPr/>
        </p:nvSpPr>
        <p:spPr>
          <a:xfrm>
            <a:off x="557751" y="254175"/>
            <a:ext cx="10405990" cy="18774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How to get to GitHub </a:t>
            </a:r>
            <a:r>
              <a:rPr lang="en-US" sz="2000" dirty="0" err="1"/>
              <a:t>Codespaces</a:t>
            </a:r>
            <a:r>
              <a:rPr lang="en-US" sz="2000" dirty="0"/>
              <a:t>: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Login/create GitHub account: </a:t>
            </a:r>
            <a:r>
              <a:rPr lang="en-US" sz="2000" u="sng" dirty="0">
                <a:solidFill>
                  <a:schemeClr val="accent4"/>
                </a:solidFill>
                <a:hlinkClick r:id="rId2"/>
              </a:rPr>
              <a:t>https://github.com/login</a:t>
            </a:r>
            <a:r>
              <a:rPr lang="en-US" sz="2000" dirty="0">
                <a:solidFill>
                  <a:schemeClr val="accent4"/>
                </a:solidFill>
              </a:rPr>
              <a:t> </a:t>
            </a:r>
            <a:r>
              <a:rPr lang="en-US" sz="2000" dirty="0"/>
              <a:t>(Jin will put in the chat a few times).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Go to </a:t>
            </a:r>
            <a:r>
              <a:rPr lang="en-US" sz="2000" dirty="0">
                <a:hlinkClick r:id="rId3"/>
              </a:rPr>
              <a:t>https://github.com/aehrc/ai_workshop</a:t>
            </a:r>
            <a:r>
              <a:rPr lang="en-US" sz="2000" dirty="0"/>
              <a:t> (Jin will put in the chat a few times).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See below on how to create a </a:t>
            </a:r>
            <a:r>
              <a:rPr lang="en-US" sz="2000" dirty="0" err="1"/>
              <a:t>Codespace</a:t>
            </a:r>
            <a:r>
              <a:rPr lang="en-US" sz="2000" dirty="0"/>
              <a:t> (it will take about 5 mins to boot up):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6A6084-35F1-F220-F1A7-9F2102157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651" y="1644604"/>
            <a:ext cx="6427840" cy="476783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EBED16-3A6F-82D2-7913-5E51A7587BEB}"/>
              </a:ext>
            </a:extLst>
          </p:cNvPr>
          <p:cNvSpPr txBox="1"/>
          <p:nvPr/>
        </p:nvSpPr>
        <p:spPr>
          <a:xfrm>
            <a:off x="8102008" y="5390617"/>
            <a:ext cx="34263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(Also, Jin – record the meeting please :D).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9EA72F-BD1C-163B-B5BA-6DFB0CAD3EAF}"/>
              </a:ext>
            </a:extLst>
          </p:cNvPr>
          <p:cNvSpPr txBox="1"/>
          <p:nvPr/>
        </p:nvSpPr>
        <p:spPr>
          <a:xfrm>
            <a:off x="8250778" y="2758891"/>
            <a:ext cx="342634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What we are learning today:</a:t>
            </a:r>
          </a:p>
          <a:p>
            <a:pPr marL="285750" indent="-285750">
              <a:buFontTx/>
              <a:buChar char="-"/>
            </a:pPr>
            <a:r>
              <a:rPr lang="en-US" dirty="0"/>
              <a:t>Python refresher.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PyTorch</a:t>
            </a:r>
            <a:r>
              <a:rPr lang="en-US" dirty="0"/>
              <a:t> Tensors.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Nice </a:t>
            </a:r>
            <a:r>
              <a:rPr lang="en-US"/>
              <a:t>and easy.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016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102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Nicolson</dc:creator>
  <cp:lastModifiedBy>Aaron Nicolson</cp:lastModifiedBy>
  <cp:revision>1</cp:revision>
  <dcterms:created xsi:type="dcterms:W3CDTF">2026-07-14T23:51:01Z</dcterms:created>
  <dcterms:modified xsi:type="dcterms:W3CDTF">2026-07-15T00:03:01Z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f61d463-a7a2-4f89-972c-cb4d4e3c5dfc_Enabled">
    <vt:lpwstr>true</vt:lpwstr>
  </property>
  <property fmtid="{D5CDD505-2E9C-101B-9397-08002B2CF9AE}" pid="3" name="MSIP_Label_4f61d463-a7a2-4f89-972c-cb4d4e3c5dfc_SetDate">
    <vt:lpwstr>2026-07-15T00:00:33Z</vt:lpwstr>
  </property>
  <property fmtid="{D5CDD505-2E9C-101B-9397-08002B2CF9AE}" pid="4" name="MSIP_Label_4f61d463-a7a2-4f89-972c-cb4d4e3c5dfc_Method">
    <vt:lpwstr>Privileged</vt:lpwstr>
  </property>
  <property fmtid="{D5CDD505-2E9C-101B-9397-08002B2CF9AE}" pid="5" name="MSIP_Label_4f61d463-a7a2-4f89-972c-cb4d4e3c5dfc_Name">
    <vt:lpwstr>UNOFFICIAL</vt:lpwstr>
  </property>
  <property fmtid="{D5CDD505-2E9C-101B-9397-08002B2CF9AE}" pid="6" name="MSIP_Label_4f61d463-a7a2-4f89-972c-cb4d4e3c5dfc_SiteId">
    <vt:lpwstr>0fe05593-19ac-4f98-adbf-0375fce7f160</vt:lpwstr>
  </property>
  <property fmtid="{D5CDD505-2E9C-101B-9397-08002B2CF9AE}" pid="7" name="MSIP_Label_4f61d463-a7a2-4f89-972c-cb4d4e3c5dfc_ActionId">
    <vt:lpwstr>488ab660-b9d3-4464-81fd-5ae1817eda72</vt:lpwstr>
  </property>
  <property fmtid="{D5CDD505-2E9C-101B-9397-08002B2CF9AE}" pid="8" name="MSIP_Label_4f61d463-a7a2-4f89-972c-cb4d4e3c5dfc_ContentBits">
    <vt:lpwstr>3</vt:lpwstr>
  </property>
  <property fmtid="{D5CDD505-2E9C-101B-9397-08002B2CF9AE}" pid="9" name="MSIP_Label_4f61d463-a7a2-4f89-972c-cb4d4e3c5dfc_Tag">
    <vt:lpwstr>50, 0, 1, 1</vt:lpwstr>
  </property>
  <property fmtid="{D5CDD505-2E9C-101B-9397-08002B2CF9AE}" pid="10" name="ClassificationContentMarkingFooterLocations">
    <vt:lpwstr>Office Theme:10</vt:lpwstr>
  </property>
  <property fmtid="{D5CDD505-2E9C-101B-9397-08002B2CF9AE}" pid="11" name="ClassificationContentMarkingFooterText">
    <vt:lpwstr>UNOFFICIAL</vt:lpwstr>
  </property>
  <property fmtid="{D5CDD505-2E9C-101B-9397-08002B2CF9AE}" pid="12" name="ClassificationContentMarkingHeaderLocations">
    <vt:lpwstr>Office Theme:9</vt:lpwstr>
  </property>
  <property fmtid="{D5CDD505-2E9C-101B-9397-08002B2CF9AE}" pid="13" name="ClassificationContentMarkingHeaderText">
    <vt:lpwstr>UNOFFICIAL</vt:lpwstr>
  </property>
</Properties>
</file>